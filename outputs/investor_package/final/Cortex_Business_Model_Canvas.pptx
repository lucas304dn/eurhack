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7e08e786824461" /><Relationship Type="http://schemas.openxmlformats.org/officeDocument/2006/relationships/extended-properties" Target="/docProps/app.xml" Id="R176bb5fd4be6463d" /><Relationship Type="http://schemas.openxmlformats.org/officeDocument/2006/relationships/officeDocument" Target="/ppt/presentation.xml" Id="R36ec632b6c3141d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2a0f1f2f1149d5"/>
  </p:sldMasterIdLst>
  <p:notesMasterIdLst>
    <p:notesMasterId xmlns:r="http://schemas.openxmlformats.org/officeDocument/2006/relationships" r:id="R90ff59b638ae468b"/>
  </p:notesMasterIdLst>
  <p:sldIdLst>
    <p:sldId xmlns:r="http://schemas.openxmlformats.org/officeDocument/2006/relationships" id="256" r:id="R530ab2f8a6f64eb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2a0f1f2f1149d5" /><Relationship Type="http://schemas.openxmlformats.org/officeDocument/2006/relationships/theme" Target="/ppt/theme/theme1.xml" Id="R1bc82f2dfa6a425b" /><Relationship Type="http://schemas.openxmlformats.org/officeDocument/2006/relationships/notesMaster" Target="/ppt/notesMasters/notesMaster1.xml" Id="R90ff59b638ae468b" /><Relationship Type="http://schemas.openxmlformats.org/officeDocument/2006/relationships/presProps" Target="/ppt/presProps.xml" Id="R569b8a8f35c444d8" /><Relationship Type="http://schemas.openxmlformats.org/officeDocument/2006/relationships/viewProps" Target="/ppt/viewProps.xml" Id="R9d99abf30bfa4ae4" /><Relationship Type="http://schemas.openxmlformats.org/officeDocument/2006/relationships/tableStyles" Target="/ppt/tableStyles.xml" Id="Rbcb20df161ee4d13" /><Relationship Type="http://schemas.openxmlformats.org/officeDocument/2006/relationships/slide" Target="/ppt/slides/slide1.xml" Id="R530ab2f8a6f64eb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193f7f448070499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00cb018c924847" /><Relationship Type="http://schemas.openxmlformats.org/officeDocument/2006/relationships/notesMaster" Target="/ppt/notesMasters/notesMaster1.xml" Id="R11e6808ed6364e7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e9fc73a0d349b9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4e9fe70e6c04cce" /><Relationship Type="http://schemas.openxmlformats.org/officeDocument/2006/relationships/slideLayout" Target="/ppt/slideLayouts/slideLayout2.xml" Id="Rdf4bb740cf1d42b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4bb740cf1d42b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9d3bcfb5e6e445a" /><Relationship Type="http://schemas.openxmlformats.org/officeDocument/2006/relationships/notesSlide" Target="/ppt/notesSlides/notesSlide1.xml" Id="Ra0844243c11d400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4BC441-9DAA-45F6-9480-E3600BB11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11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25CCA9-4130-4856-AB88-3DFD0243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747CF-E438-4A83-B86E-36762C8F9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96050"/>
            <a:ext cx="11087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3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4DBD1FE0-E29F-4F88-A9C6-58FD3F603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4825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FD7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B4897B02-07CA-4051-A5B8-C13D0522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"/>
            <a:ext cx="514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9B2C3"/>
                </a:solidFill>
                <a:latin typeface="Aptos"/>
                <a:ea typeface="Aptos"/>
                <a:cs typeface="Aptos"/>
              </a:rPr>
              <a:t>B U S I N E S S   M O D E L   C A N V A 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ED2415-5F3C-418C-895F-48E6E476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9150"/>
            <a:ext cx="8763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6F8FB"/>
                </a:solidFill>
                <a:latin typeface="Georgia"/>
                <a:ea typeface="Georgia"/>
                <a:cs typeface="Georgia"/>
              </a:defRPr>
            </a:pPr>
            <a:r>
              <a:rPr sz="2850" b="1">
                <a:solidFill>
                  <a:srgbClr val="F6F8FB"/>
                </a:solidFill>
                <a:latin typeface="Georgia"/>
                <a:ea typeface="Georgia"/>
                <a:cs typeface="Georgia"/>
              </a:rPr>
              <a:t>The model is a SaaS-plus-usage workflow for marketers and agencies.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3B062D-607B-487C-8B02-CB7A70BB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90700"/>
            <a:ext cx="20764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A141D1-A90F-4582-87C8-9FEB13562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2405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Key Partners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7459D8-F9ED-4B25-AC7E-F4EF08AC0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09800"/>
            <a:ext cx="17716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Model/data licensors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Cloud + GPU providers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OpenRouter/Gemini/ElevenLabs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Agency partners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56EE1C-4812-4412-8F13-5C48D12D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90700"/>
            <a:ext cx="20764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3A8953-BF72-46A6-8936-FDB8D82A3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92405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Key Activities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FD4B7E-7A5F-4EC7-87CE-271C7D139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209800"/>
            <a:ext cx="17716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Generate creative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Predict neural response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Interpret scores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Export/report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1DBB31-B4AE-4C26-B982-14A8FB0B9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1790700"/>
            <a:ext cx="21717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1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656F86-C28D-40DA-867C-5CAE30A0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1924050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FD7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FD7FF"/>
                </a:solidFill>
                <a:latin typeface="Aptos"/>
                <a:ea typeface="Aptos"/>
                <a:cs typeface="Aptos"/>
              </a:rPr>
              <a:t>Value Proposition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B3E13-1A76-4612-AC02-BC0B700C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209800"/>
            <a:ext cx="18669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F6F8FB"/>
                </a:solidFill>
                <a:latin typeface="Aptos"/>
                <a:ea typeface="Aptos"/>
                <a:cs typeface="Aptos"/>
              </a:rPr>
              <a:t>Pre-spend creative intelligence: generate and rank ads before paid budget is committed.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D5791-7124-4855-8AA5-D82AE970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2000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B05C0-CAC9-41CB-BD01-2DA772AC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240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Customer Relationships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A4DACD-72D6-47EC-BC39-866E2791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209800"/>
            <a:ext cx="1695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Self-serve onboarding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Agency pilots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Quarterly creative reviews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12D5F5-4293-4206-A5EA-4A8490A88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1790700"/>
            <a:ext cx="20002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729CE-564B-4B1B-944C-F41625E41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9240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Customer Segments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EDBC1-B166-400C-BF2B-59E1AB62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209800"/>
            <a:ext cx="16954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SMB marketers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Performance agencies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DTC brands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Brand labs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1CC3A4-7ECC-4BA0-B25F-DEEC41BA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95600"/>
            <a:ext cx="20764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9A145-5B8A-4146-93F7-A57687CB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28950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Key Resources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FE0743-7294-43DD-998E-2BFE9EFA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314700"/>
            <a:ext cx="17716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Cortex app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Analysis data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Commercial model rights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ML/product team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75075A-12A7-44B3-BB5A-E20E9ADC9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95600"/>
            <a:ext cx="200025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5726FAC-BD8A-4DA1-863C-657706B7C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28950"/>
            <a:ext cx="16954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Channels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BD4942-E311-4ECA-B8FF-75B937D6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314700"/>
            <a:ext cx="169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Hackathon demo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Founder-led outbound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Agency partnerships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Platform integrations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1172D2-3F4F-4BFE-B821-46BCBAB45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52578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2630C3-CAC8-4793-A382-5D1AA9CBD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0863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Cost Structure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1D507F-8F4E-42E3-A23D-0E80DB3A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72100"/>
            <a:ext cx="4953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Inference/API costs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GPU/model infra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Engineering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Legal/licensing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GTM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B972074-99A6-4B14-B0E7-B66D1C74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953000"/>
            <a:ext cx="54483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A2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492181C-7091-4C74-AEB5-0D454167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086350"/>
            <a:ext cx="514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6F8F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6F8FB"/>
                </a:solidFill>
                <a:latin typeface="Aptos"/>
                <a:ea typeface="Aptos"/>
                <a:cs typeface="Aptos"/>
              </a:rPr>
              <a:t>Revenue Streams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2CE45C5-326C-4CD5-8FF0-B4E674D2D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372100"/>
            <a:ext cx="5143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Subscriptions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Usage per analysis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Pilot packages</a:t>
            </a:r>
          </a:p>
          <a:p xmlns:a="http://schemas.openxmlformats.org/drawingml/2006/main">
            <a:pPr algn="l">
              <a:defRPr sz="788" b="0">
                <a:solidFill>
                  <a:srgbClr val="A9B2C3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9B2C3"/>
                </a:solidFill>
                <a:latin typeface="Aptos"/>
                <a:ea typeface="Aptos"/>
                <a:cs typeface="Aptos"/>
              </a:rPr>
              <a:t>Reports/API fees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BC425AD-5724-4842-9EDA-A1819DA2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72250"/>
            <a:ext cx="7239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00" b="0">
                <a:solidFill>
                  <a:srgbClr val="687386"/>
                </a:solidFill>
                <a:latin typeface="Aptos"/>
                <a:ea typeface="Aptos"/>
                <a:cs typeface="Aptos"/>
              </a:defRPr>
            </a:pPr>
            <a:r>
              <a:rPr sz="600" b="0">
                <a:solidFill>
                  <a:srgbClr val="687386"/>
                </a:solidFill>
                <a:latin typeface="Aptos"/>
                <a:ea typeface="Aptos"/>
                <a:cs typeface="Aptos"/>
              </a:rPr>
              <a:t>Cortex investor package | directional 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704F50-6368-4D92-8869-B1341562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534150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A9B2C3"/>
                </a:solidFill>
                <a:latin typeface="Georgia"/>
                <a:ea typeface="Georgia"/>
                <a:cs typeface="Georgia"/>
              </a:defRPr>
            </a:pPr>
            <a:r>
              <a:rPr sz="825" b="1">
                <a:solidFill>
                  <a:srgbClr val="A9B2C3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613616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2026-05-19T07:52:34.0940000Z</dcterms:created>
  <dcterms:modified xsi:type="dcterms:W3CDTF">2026-05-19T07:52:34.0940000Z</dcterms:modified>
</coreProperties>
</file>